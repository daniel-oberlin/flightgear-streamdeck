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8400"/>
    <a:srgbClr val="916500"/>
    <a:srgbClr val="6566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574"/>
  </p:normalViewPr>
  <p:slideViewPr>
    <p:cSldViewPr snapToGrid="0">
      <p:cViewPr>
        <p:scale>
          <a:sx n="184" d="100"/>
          <a:sy n="184" d="100"/>
        </p:scale>
        <p:origin x="-1352" y="-1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7AC1-5A30-7B1F-B698-D2E869871D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D4AE8B-980A-B67A-72EB-2AD6823BE5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18A599-23DC-9793-0847-7103E6F87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2EABE-DFFB-894F-0EA9-389951712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D4B15C-3119-8980-AB5C-127345675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37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1FC10-288A-77CC-2DB6-7565FA310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40D9A-BE92-FB1C-3F45-473BF7265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31369C-4830-0E37-603D-0316E3747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5D027-0F03-A29A-C13D-4D29E481E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14183-BB8E-8948-E898-4E6C1CC37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371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EABA2-68C8-9DB7-29A1-F85DDA83A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A9BAA-0774-D1DD-2FB6-0AB59C9F7F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44AAE-DE63-2B40-2990-FDEFA988A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FA2EBE-6E43-9AC1-78FA-613DE13A1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0A9FB-7E92-FB4E-AA56-D21C075A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61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465BF-41F4-E497-25AE-CFD2BBCE8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62BE0-9816-D34C-7505-F742B60851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76122A-2010-845B-6004-4C48708870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1C9BA8-E972-57CA-7041-92BE8ABBC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FFD39D-C9CA-C74D-E25A-6877F3A2A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0B5F81-F623-3BFB-8688-8B7E2C45A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322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25543-AFD3-9F83-B0D0-E16C31DB9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07E89-2866-E02C-878C-67071C3F41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35546C-A3C2-D3AC-A776-E5609FE0F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D2AE39-9E8C-5E1A-0451-C4D7DE30F3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02785B-CEF0-CDE6-D33F-D6F99BA006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0E375B-06BE-8C0C-683D-ADF8826D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C5C0C0-BE89-D4D2-02A9-6DE36B0F3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092B81-BB34-5852-3CEB-95513F39A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111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0F406-2EB2-3EA6-1064-1347ACEAC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86713C-9A17-8279-B18F-0E0C959CD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7FAB6B-14F5-56F8-48EE-8EB33609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A7EE88-3117-799E-D0B2-32C9813B5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665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320DB6-A904-0030-6E58-D56B46A4E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7C267B-7ECF-DF2F-3558-78291216C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4E746-9EDE-BC66-C98D-68EC62709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985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B64FC-8E0B-DC60-53CB-C934D83D3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69467-ABF8-A2FD-C71E-6C298DF0B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EAEC1-6DFF-D60B-48FC-71A540B9D0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765A9F-5ACD-5E68-DC47-B058BDF37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A9087D-D32F-E8E5-A352-C4624D55A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9E2BAC-0225-47EA-A57A-102C7D3D9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866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F2FB5-0453-CB09-48E8-DF3C02E6F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E0672C-8DAF-740C-AC3C-6DC1613CCF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5357F7-512B-9F32-0D69-7434644371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33851-D20B-E55E-0661-180C407AC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5633F1-DDCF-BD56-370A-5D777CE2E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8DEA5A-631D-FACA-282C-FA389D965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494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0981E-0947-D5AF-2C98-518DA7E43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E15216-328D-DB0C-99EA-8240FD1E2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D683AC-1516-33D6-D78E-8286068A8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605750-0811-D79A-1754-D77922898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7EF435-DD42-E072-EDEE-C68BF14F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04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736485-342F-95B5-EB6C-83D9BA1160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DD4D5-07AC-1B35-D6C0-0FB0B335D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11E8B-B3A0-844E-2DD2-68023D02B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4F0E2-86A1-13AD-3EA5-0919056E7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AA8A8-7122-CB39-7058-71385FDA4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800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235CB1-594E-6981-661B-C1D06B25B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01079C-4CB7-5A62-8A87-760EFDA1F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BBDA9-6520-8B4D-26A7-B6D89F0AA4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54B38-F473-1C52-D38E-E6D4222DF8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9BB9A-3507-3B22-69DD-11D38E91EE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19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white image of a long black and white animal&#10;&#10;AI-generated content may be incorrect.">
            <a:extLst>
              <a:ext uri="{FF2B5EF4-FFF2-40B4-BE49-F238E27FC236}">
                <a16:creationId xmlns:a16="http://schemas.microsoft.com/office/drawing/2014/main" id="{095772DE-C01E-D4FE-E18B-578FBDAEB9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70" y="223138"/>
            <a:ext cx="3111500" cy="3111500"/>
          </a:xfrm>
          <a:prstGeom prst="rect">
            <a:avLst/>
          </a:prstGeom>
        </p:spPr>
      </p:pic>
      <p:pic>
        <p:nvPicPr>
          <p:cNvPr id="2" name="Picture 1" descr="A black and white image of a long black and white animal&#10;&#10;AI-generated content may be incorrect.">
            <a:extLst>
              <a:ext uri="{FF2B5EF4-FFF2-40B4-BE49-F238E27FC236}">
                <a16:creationId xmlns:a16="http://schemas.microsoft.com/office/drawing/2014/main" id="{61E99B7F-2F10-2D40-C691-7AB55E1CB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9045" y="440896"/>
            <a:ext cx="4313098" cy="6157992"/>
          </a:xfrm>
          <a:prstGeom prst="rect">
            <a:avLst/>
          </a:prstGeom>
        </p:spPr>
      </p:pic>
      <p:sp>
        <p:nvSpPr>
          <p:cNvPr id="3" name="Down Arrow 2">
            <a:extLst>
              <a:ext uri="{FF2B5EF4-FFF2-40B4-BE49-F238E27FC236}">
                <a16:creationId xmlns:a16="http://schemas.microsoft.com/office/drawing/2014/main" id="{A9B70641-340C-47A9-5F29-69C74FDD9D6D}"/>
              </a:ext>
            </a:extLst>
          </p:cNvPr>
          <p:cNvSpPr/>
          <p:nvPr/>
        </p:nvSpPr>
        <p:spPr>
          <a:xfrm>
            <a:off x="8545639" y="3151909"/>
            <a:ext cx="342051" cy="375167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72E6EE-BE8F-0387-AFEB-61093BC132DE}"/>
              </a:ext>
            </a:extLst>
          </p:cNvPr>
          <p:cNvSpPr/>
          <p:nvPr/>
        </p:nvSpPr>
        <p:spPr>
          <a:xfrm flipH="1" flipV="1">
            <a:off x="8635692" y="2937163"/>
            <a:ext cx="161944" cy="1177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F4CBA0-1ABF-87E1-16AF-F18AF33A8A60}"/>
              </a:ext>
            </a:extLst>
          </p:cNvPr>
          <p:cNvSpPr/>
          <p:nvPr/>
        </p:nvSpPr>
        <p:spPr>
          <a:xfrm flipH="1" flipV="1">
            <a:off x="8635692" y="2722417"/>
            <a:ext cx="161944" cy="1177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CCCC30-8E29-117A-60F2-9B21C026A953}"/>
              </a:ext>
            </a:extLst>
          </p:cNvPr>
          <p:cNvSpPr/>
          <p:nvPr/>
        </p:nvSpPr>
        <p:spPr>
          <a:xfrm flipH="1" flipV="1">
            <a:off x="8635692" y="2497257"/>
            <a:ext cx="161944" cy="11778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319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AB971A3-4CA6-2EF8-06E7-5C70B307EF97}"/>
              </a:ext>
            </a:extLst>
          </p:cNvPr>
          <p:cNvSpPr/>
          <p:nvPr/>
        </p:nvSpPr>
        <p:spPr>
          <a:xfrm>
            <a:off x="2314798" y="2431800"/>
            <a:ext cx="871200" cy="19944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rapezoid 4">
            <a:extLst>
              <a:ext uri="{FF2B5EF4-FFF2-40B4-BE49-F238E27FC236}">
                <a16:creationId xmlns:a16="http://schemas.microsoft.com/office/drawing/2014/main" id="{D6285FEA-136C-FF02-4C37-C24B24CD6366}"/>
              </a:ext>
            </a:extLst>
          </p:cNvPr>
          <p:cNvSpPr/>
          <p:nvPr/>
        </p:nvSpPr>
        <p:spPr>
          <a:xfrm>
            <a:off x="2649598" y="3006685"/>
            <a:ext cx="1299600" cy="844630"/>
          </a:xfrm>
          <a:prstGeom prst="trapezoid">
            <a:avLst/>
          </a:prstGeom>
          <a:solidFill>
            <a:schemeClr val="bg1"/>
          </a:solidFill>
          <a:ln>
            <a:noFill/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2D0F47-4707-25F0-8A6A-7557EA9DDA74}"/>
              </a:ext>
            </a:extLst>
          </p:cNvPr>
          <p:cNvSpPr/>
          <p:nvPr/>
        </p:nvSpPr>
        <p:spPr>
          <a:xfrm>
            <a:off x="3689998" y="3259800"/>
            <a:ext cx="1504800" cy="32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8A3F16A-3F6A-B965-D461-0B18DED06F03}"/>
              </a:ext>
            </a:extLst>
          </p:cNvPr>
          <p:cNvSpPr/>
          <p:nvPr/>
        </p:nvSpPr>
        <p:spPr>
          <a:xfrm>
            <a:off x="8026802" y="2431800"/>
            <a:ext cx="871200" cy="19944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rapezoid 9">
            <a:extLst>
              <a:ext uri="{FF2B5EF4-FFF2-40B4-BE49-F238E27FC236}">
                <a16:creationId xmlns:a16="http://schemas.microsoft.com/office/drawing/2014/main" id="{9EF9CD3C-1E82-9FC9-E3BC-174AC621DEC2}"/>
              </a:ext>
            </a:extLst>
          </p:cNvPr>
          <p:cNvSpPr/>
          <p:nvPr/>
        </p:nvSpPr>
        <p:spPr>
          <a:xfrm>
            <a:off x="8361602" y="3006685"/>
            <a:ext cx="1299600" cy="844630"/>
          </a:xfrm>
          <a:prstGeom prst="trapezoid">
            <a:avLst/>
          </a:prstGeom>
          <a:solidFill>
            <a:schemeClr val="bg1"/>
          </a:solidFill>
          <a:ln>
            <a:noFill/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DADA61-4E1E-508B-AA67-0284DFEA9CB4}"/>
              </a:ext>
            </a:extLst>
          </p:cNvPr>
          <p:cNvSpPr/>
          <p:nvPr/>
        </p:nvSpPr>
        <p:spPr>
          <a:xfrm>
            <a:off x="9402002" y="3259800"/>
            <a:ext cx="475200" cy="32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080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F9EF3E3-D6F1-D94E-65D6-92353700A233}"/>
              </a:ext>
            </a:extLst>
          </p:cNvPr>
          <p:cNvSpPr/>
          <p:nvPr/>
        </p:nvSpPr>
        <p:spPr>
          <a:xfrm>
            <a:off x="2041754" y="2081621"/>
            <a:ext cx="2363209" cy="236320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Gauge with solid fill">
            <a:extLst>
              <a:ext uri="{FF2B5EF4-FFF2-40B4-BE49-F238E27FC236}">
                <a16:creationId xmlns:a16="http://schemas.microsoft.com/office/drawing/2014/main" id="{87365805-590C-8FC0-C486-853D4F18AB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1755" y="2081622"/>
            <a:ext cx="2363209" cy="236320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BBB36B0-E585-D3C3-AA85-27C0775A76AD}"/>
              </a:ext>
            </a:extLst>
          </p:cNvPr>
          <p:cNvSpPr/>
          <p:nvPr/>
        </p:nvSpPr>
        <p:spPr>
          <a:xfrm>
            <a:off x="5888088" y="2081621"/>
            <a:ext cx="2363209" cy="236320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Gauge with solid fill">
            <a:extLst>
              <a:ext uri="{FF2B5EF4-FFF2-40B4-BE49-F238E27FC236}">
                <a16:creationId xmlns:a16="http://schemas.microsoft.com/office/drawing/2014/main" id="{87A017EC-FA8E-5B79-2EA1-1115A9C4F2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88089" y="2081622"/>
            <a:ext cx="2363209" cy="2363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9505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1393</TotalTime>
  <Words>0</Words>
  <Application>Microsoft Macintosh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Oberlin</dc:creator>
  <cp:lastModifiedBy>Daniel Oberlin</cp:lastModifiedBy>
  <cp:revision>9</cp:revision>
  <dcterms:created xsi:type="dcterms:W3CDTF">2026-02-25T18:17:30Z</dcterms:created>
  <dcterms:modified xsi:type="dcterms:W3CDTF">2026-02-26T23:02:28Z</dcterms:modified>
</cp:coreProperties>
</file>