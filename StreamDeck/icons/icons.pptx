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8400"/>
    <a:srgbClr val="916500"/>
    <a:srgbClr val="6566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/>
    <p:restoredTop sz="94574"/>
  </p:normalViewPr>
  <p:slideViewPr>
    <p:cSldViewPr snapToGrid="0">
      <p:cViewPr>
        <p:scale>
          <a:sx n="400" d="100"/>
          <a:sy n="400" d="100"/>
        </p:scale>
        <p:origin x="-992" y="-3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7AC1-5A30-7B1F-B698-D2E869871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4AE8B-980A-B67A-72EB-2AD6823B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8A599-23DC-9793-0847-7103E6F8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EABE-DFFB-894F-0EA9-38995171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B15C-3119-8980-AB5C-12734567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FC10-288A-77CC-2DB6-7565FA31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0D9A-BE92-FB1C-3F45-473BF726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1369C-4830-0E37-603D-0316E3747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D027-0F03-A29A-C13D-4D29E481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4183-BB8E-8948-E898-4E6C1CC3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7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ABA2-68C8-9DB7-29A1-F85DDA83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A9BAA-0774-D1DD-2FB6-0AB59C9F7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44AAE-DE63-2B40-2990-FDEFA988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2EBE-6E43-9AC1-78FA-613DE13A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0A9FB-7E92-FB4E-AA56-D21C075A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1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65BF-41F4-E497-25AE-CFD2BBCE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2BE0-9816-D34C-7505-F742B608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6122A-2010-845B-6004-4C4870887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C9BA8-E972-57CA-7041-92BE8ABB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FD39D-C9CA-C74D-E25A-6877F3A2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B5F81-F623-3BFB-8688-8B7E2C45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5543-AFD3-9F83-B0D0-E16C31DB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07E89-2866-E02C-878C-67071C3F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5546C-A3C2-D3AC-A776-E5609FE0F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2AE39-9E8C-5E1A-0451-C4D7DE30F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2785B-CEF0-CDE6-D33F-D6F99BA00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E375B-06BE-8C0C-683D-ADF8826D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5C0C0-BE89-D4D2-02A9-6DE36B0F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92B81-BB34-5852-3CEB-95513F39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1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F406-2EB2-3EA6-1064-1347ACEA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713C-9A17-8279-B18F-0E0C959C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FAB6B-14F5-56F8-48EE-8EB33609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7EE88-3117-799E-D0B2-32C9813B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6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320DB6-A904-0030-6E58-D56B46A4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C267B-7ECF-DF2F-3558-78291216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E746-9EDE-BC66-C98D-68EC6270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8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64FC-8E0B-DC60-53CB-C934D83D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69467-ABF8-A2FD-C71E-6C298DF0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EAEC1-6DFF-D60B-48FC-71A540B9D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65A9F-5ACD-5E68-DC47-B058BDF3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9087D-D32F-E8E5-A352-C4624D55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E2BAC-0225-47EA-A57A-102C7D3D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6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2FB5-0453-CB09-48E8-DF3C02E6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0672C-8DAF-740C-AC3C-6DC1613CC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57F7-512B-9F32-0D69-743464437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33851-D20B-E55E-0661-180C407A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633F1-DDCF-BD56-370A-5D777CE2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EA5A-631D-FACA-282C-FA389D96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9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981E-0947-D5AF-2C98-518DA7E4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15216-328D-DB0C-99EA-8240FD1E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683AC-1516-33D6-D78E-8286068A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5750-0811-D79A-1754-D7792289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EF435-DD42-E072-EDEE-C68BF14F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36485-342F-95B5-EB6C-83D9BA116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DD4D5-07AC-1B35-D6C0-0FB0B335D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1E8B-B3A0-844E-2DD2-68023D02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4F0E2-86A1-13AD-3EA5-0919056E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A8A8-7122-CB39-7058-71385FDA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0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35CB1-594E-6981-661B-C1D06B25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079C-4CB7-5A62-8A87-760EFDA1F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BBDA9-6520-8B4D-26A7-B6D89F0AA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526AB-D1C4-5D45-B2AC-D6A1C568BB3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4B38-F473-1C52-D38E-E6D4222DF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9BB9A-3507-3B22-69DD-11D38E91E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image of a long black and white animal&#10;&#10;AI-generated content may be incorrect.">
            <a:extLst>
              <a:ext uri="{FF2B5EF4-FFF2-40B4-BE49-F238E27FC236}">
                <a16:creationId xmlns:a16="http://schemas.microsoft.com/office/drawing/2014/main" id="{095772DE-C01E-D4FE-E18B-578FBDAEB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0" y="223138"/>
            <a:ext cx="3111500" cy="3111500"/>
          </a:xfrm>
          <a:prstGeom prst="rect">
            <a:avLst/>
          </a:prstGeom>
        </p:spPr>
      </p:pic>
      <p:pic>
        <p:nvPicPr>
          <p:cNvPr id="2" name="Picture 1" descr="A black and white image of a long black and white animal&#10;&#10;AI-generated content may be incorrect.">
            <a:extLst>
              <a:ext uri="{FF2B5EF4-FFF2-40B4-BE49-F238E27FC236}">
                <a16:creationId xmlns:a16="http://schemas.microsoft.com/office/drawing/2014/main" id="{61E99B7F-2F10-2D40-C691-7AB55E1C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045" y="440896"/>
            <a:ext cx="4313098" cy="6157992"/>
          </a:xfrm>
          <a:prstGeom prst="rect">
            <a:avLst/>
          </a:prstGeom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A9B70641-340C-47A9-5F29-69C74FDD9D6D}"/>
              </a:ext>
            </a:extLst>
          </p:cNvPr>
          <p:cNvSpPr/>
          <p:nvPr/>
        </p:nvSpPr>
        <p:spPr>
          <a:xfrm>
            <a:off x="8545639" y="3151909"/>
            <a:ext cx="342051" cy="37516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2E6EE-BE8F-0387-AFEB-61093BC132DE}"/>
              </a:ext>
            </a:extLst>
          </p:cNvPr>
          <p:cNvSpPr/>
          <p:nvPr/>
        </p:nvSpPr>
        <p:spPr>
          <a:xfrm flipH="1" flipV="1">
            <a:off x="8635692" y="2937163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4CBA0-1ABF-87E1-16AF-F18AF33A8A60}"/>
              </a:ext>
            </a:extLst>
          </p:cNvPr>
          <p:cNvSpPr/>
          <p:nvPr/>
        </p:nvSpPr>
        <p:spPr>
          <a:xfrm flipH="1" flipV="1">
            <a:off x="8635692" y="2722417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CCCC30-8E29-117A-60F2-9B21C026A953}"/>
              </a:ext>
            </a:extLst>
          </p:cNvPr>
          <p:cNvSpPr/>
          <p:nvPr/>
        </p:nvSpPr>
        <p:spPr>
          <a:xfrm flipH="1" flipV="1">
            <a:off x="8635692" y="2497257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B971A3-4CA6-2EF8-06E7-5C70B307EF97}"/>
              </a:ext>
            </a:extLst>
          </p:cNvPr>
          <p:cNvSpPr/>
          <p:nvPr/>
        </p:nvSpPr>
        <p:spPr>
          <a:xfrm>
            <a:off x="2314798" y="2431800"/>
            <a:ext cx="871200" cy="199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D6285FEA-136C-FF02-4C37-C24B24CD6366}"/>
              </a:ext>
            </a:extLst>
          </p:cNvPr>
          <p:cNvSpPr/>
          <p:nvPr/>
        </p:nvSpPr>
        <p:spPr>
          <a:xfrm>
            <a:off x="2649598" y="3006685"/>
            <a:ext cx="1299600" cy="844630"/>
          </a:xfrm>
          <a:prstGeom prst="trapezoid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D0F47-4707-25F0-8A6A-7557EA9DDA74}"/>
              </a:ext>
            </a:extLst>
          </p:cNvPr>
          <p:cNvSpPr/>
          <p:nvPr/>
        </p:nvSpPr>
        <p:spPr>
          <a:xfrm>
            <a:off x="3689998" y="3259800"/>
            <a:ext cx="1504800" cy="3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A3F16A-3F6A-B965-D461-0B18DED06F03}"/>
              </a:ext>
            </a:extLst>
          </p:cNvPr>
          <p:cNvSpPr/>
          <p:nvPr/>
        </p:nvSpPr>
        <p:spPr>
          <a:xfrm>
            <a:off x="8026802" y="2431800"/>
            <a:ext cx="871200" cy="199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9EF9CD3C-1E82-9FC9-E3BC-174AC621DEC2}"/>
              </a:ext>
            </a:extLst>
          </p:cNvPr>
          <p:cNvSpPr/>
          <p:nvPr/>
        </p:nvSpPr>
        <p:spPr>
          <a:xfrm>
            <a:off x="8361602" y="3006685"/>
            <a:ext cx="1299600" cy="844630"/>
          </a:xfrm>
          <a:prstGeom prst="trapezoid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ADA61-4E1E-508B-AA67-0284DFEA9CB4}"/>
              </a:ext>
            </a:extLst>
          </p:cNvPr>
          <p:cNvSpPr/>
          <p:nvPr/>
        </p:nvSpPr>
        <p:spPr>
          <a:xfrm>
            <a:off x="9402002" y="3259800"/>
            <a:ext cx="475200" cy="3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8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9EF3E3-D6F1-D94E-65D6-92353700A233}"/>
              </a:ext>
            </a:extLst>
          </p:cNvPr>
          <p:cNvSpPr/>
          <p:nvPr/>
        </p:nvSpPr>
        <p:spPr>
          <a:xfrm>
            <a:off x="2041754" y="2081621"/>
            <a:ext cx="2363209" cy="23632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Gauge with solid fill">
            <a:extLst>
              <a:ext uri="{FF2B5EF4-FFF2-40B4-BE49-F238E27FC236}">
                <a16:creationId xmlns:a16="http://schemas.microsoft.com/office/drawing/2014/main" id="{87365805-590C-8FC0-C486-853D4F18A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755" y="2081622"/>
            <a:ext cx="2363209" cy="23632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BB36B0-E585-D3C3-AA85-27C0775A76AD}"/>
              </a:ext>
            </a:extLst>
          </p:cNvPr>
          <p:cNvSpPr/>
          <p:nvPr/>
        </p:nvSpPr>
        <p:spPr>
          <a:xfrm>
            <a:off x="5888088" y="2081621"/>
            <a:ext cx="2363209" cy="23632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Gauge with solid fill">
            <a:extLst>
              <a:ext uri="{FF2B5EF4-FFF2-40B4-BE49-F238E27FC236}">
                <a16:creationId xmlns:a16="http://schemas.microsoft.com/office/drawing/2014/main" id="{87A017EC-FA8E-5B79-2EA1-1115A9C4F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8089" y="2081622"/>
            <a:ext cx="2363209" cy="23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5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A1E1955-1592-4659-A4EB-C089969D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133" y="1025588"/>
            <a:ext cx="3491911" cy="349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D70BE99-FA05-57B2-9360-3DC74ADF85B4}"/>
              </a:ext>
            </a:extLst>
          </p:cNvPr>
          <p:cNvSpPr/>
          <p:nvPr/>
        </p:nvSpPr>
        <p:spPr>
          <a:xfrm>
            <a:off x="4347942" y="2337473"/>
            <a:ext cx="914400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1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A5CEC3-21F2-23C5-FFFB-BE2435527658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140856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63B4-E40A-E4DE-69B2-9B6CD198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5B8DF1-1BAB-EA43-5583-A00EA7284157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23687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6826-D9E4-DB7D-8294-07CE667D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51011-0C6C-9552-4DAF-AF239A478906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2BB77-F321-DCAD-9303-0C70D1FC2BBD}"/>
              </a:ext>
            </a:extLst>
          </p:cNvPr>
          <p:cNvSpPr/>
          <p:nvPr/>
        </p:nvSpPr>
        <p:spPr>
          <a:xfrm>
            <a:off x="2232636" y="20723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4E19C-0D05-A7DB-753C-2E64CEBD52B1}"/>
              </a:ext>
            </a:extLst>
          </p:cNvPr>
          <p:cNvSpPr/>
          <p:nvPr/>
        </p:nvSpPr>
        <p:spPr>
          <a:xfrm>
            <a:off x="2232636" y="2626405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B5616-1D56-473B-F587-D99DA739248E}"/>
              </a:ext>
            </a:extLst>
          </p:cNvPr>
          <p:cNvSpPr/>
          <p:nvPr/>
        </p:nvSpPr>
        <p:spPr>
          <a:xfrm>
            <a:off x="2188186" y="20850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ACE5CF-1CC0-2D2E-D7B3-ABAABEAD796A}"/>
              </a:ext>
            </a:extLst>
          </p:cNvPr>
          <p:cNvSpPr/>
          <p:nvPr/>
        </p:nvSpPr>
        <p:spPr>
          <a:xfrm>
            <a:off x="2232636" y="2616880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1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F972-2857-F671-2C06-408E8F3B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703122-64D2-E9FE-4CEF-14F774F0F380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BD0FA0-1C8C-D01D-090D-3B64C0401BC4}"/>
              </a:ext>
            </a:extLst>
          </p:cNvPr>
          <p:cNvSpPr/>
          <p:nvPr/>
        </p:nvSpPr>
        <p:spPr>
          <a:xfrm>
            <a:off x="2232636" y="20723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97F44-B9BF-93CE-4A65-ED1E81E3F265}"/>
              </a:ext>
            </a:extLst>
          </p:cNvPr>
          <p:cNvSpPr/>
          <p:nvPr/>
        </p:nvSpPr>
        <p:spPr>
          <a:xfrm>
            <a:off x="2232636" y="2626405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DA773-B57D-DD83-5B10-6C7AECB2308D}"/>
              </a:ext>
            </a:extLst>
          </p:cNvPr>
          <p:cNvSpPr/>
          <p:nvPr/>
        </p:nvSpPr>
        <p:spPr>
          <a:xfrm>
            <a:off x="2188186" y="20850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9E3AAB-54CB-E464-BCC4-0D7C6626F8BD}"/>
              </a:ext>
            </a:extLst>
          </p:cNvPr>
          <p:cNvSpPr/>
          <p:nvPr/>
        </p:nvSpPr>
        <p:spPr>
          <a:xfrm>
            <a:off x="2232636" y="2616880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27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4</Words>
  <Application>Microsoft Macintosh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Oberlin</dc:creator>
  <cp:lastModifiedBy>Daniel Oberlin</cp:lastModifiedBy>
  <cp:revision>13</cp:revision>
  <dcterms:created xsi:type="dcterms:W3CDTF">2026-02-25T18:17:30Z</dcterms:created>
  <dcterms:modified xsi:type="dcterms:W3CDTF">2026-03-04T22:30:53Z</dcterms:modified>
</cp:coreProperties>
</file>